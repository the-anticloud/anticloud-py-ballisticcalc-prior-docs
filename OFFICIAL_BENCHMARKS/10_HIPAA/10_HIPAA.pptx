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2026-10-02T09:26:48.519417Z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00b664d839312b3ad8e454da466b682d02e4f11b50ffbf220b54a74ceeab39e4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2026-10-02T09:26:48.519417Z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